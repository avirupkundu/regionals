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2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7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2A42-7AD5-36C5-CB37-9140EF176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06D1A-7EC6-DE30-191F-B36B960AD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00319-2626-5F8C-28DE-9F3B95876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5438-049B-44BB-A744-73803152513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194A3-28E1-0762-93C5-62D18E9A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548A5-37FD-7B65-E79A-B622942B8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EF8FCD-C418-1DB8-41F7-CC1B9CE5EE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13776" y="199511"/>
            <a:ext cx="1145448" cy="92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91AE-0E3E-E286-7E69-8AB7E24B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218A5-B7F7-866C-7937-5B78A29F7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304AD-435E-B7CB-5C92-D0C74CD2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5438-049B-44BB-A744-73803152513C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AEA31-7E3D-FF9E-49A2-87BC3181D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A2B5C-A18C-0245-CFCE-985A6D4F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1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09066-DEEB-D101-0693-A3A94980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44A37-9424-A77A-F89E-65D092B25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516DB-DE95-E1BE-5EC6-C001500D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5438-049B-44BB-A744-73803152513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D4E5E-7AB8-9B9E-BAC6-545E08A58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E4ABD-DC52-7140-2488-B1EDD68C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0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6415-2D73-96D5-6FAC-6890F1005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FA08-C862-6F21-4DA4-8FF1354AD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FF6B9-283D-006A-AAC7-A938FEE21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B7231-B8FB-15F6-1D80-7C938A3F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5438-049B-44BB-A744-73803152513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63104-EACB-17AD-3C8A-BF3B8DCE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0A410-7B95-F7CD-771C-0D155BAF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36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11EA-7CB6-AB9D-25C6-2DADB586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4088D-16B5-F325-486B-E005B923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AE6ED-DBB3-E739-40D3-4A3BE032F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E8517-A676-04B0-95F1-8351DC1A1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60709D-2F0D-C315-E40B-8B1C1516E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174644-B18A-398C-310B-228ED5DC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5438-049B-44BB-A744-73803152513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29E97F-2211-0559-E34F-02D84F3D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3C790-4AEC-7751-2F3D-4B139C8B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08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0392-C4D4-E662-46F4-5B74EFAE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F45093-DD7A-F900-7756-EF1E79113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5438-049B-44BB-A744-73803152513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0E077-E635-AC47-5947-CD2C00D1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9FE8E-7D7E-EF51-4214-5F096AC52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E469D-CF6A-19BB-2BE8-5439DEF2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5438-049B-44BB-A744-73803152513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C0710-ECB6-ABF2-C818-8807635F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633CC-8734-B049-368B-13B69D65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1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65C4-3009-A5FE-EA81-FBE01AF7C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BFC7-7661-1A00-4340-59551D0B3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360DA-5E8B-756B-E91E-1F93D3D7E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28BC9-835A-9FA7-0149-CE6752BDE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5438-049B-44BB-A744-73803152513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202BE-0D5A-7068-3EBE-D1711FE8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8748D-D45F-874E-7684-8B718A56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88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28E83-A7F1-B040-D77A-7A491CAF9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12AEF0-7135-23D0-A964-239D696EC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9F566-A6AD-E073-ACDE-2D0FD65B3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7DDFE-702F-4BF9-2BEF-CD8A82E9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5438-049B-44BB-A744-73803152513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6EB24-17CE-6352-FD5A-125952869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AA7CF-6497-9CD2-CF35-1A65E1B7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91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AEFA-653A-49E0-4E15-4495BA5B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6A66D-E6E7-AD4F-BBE8-0207418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3CCD0-155E-6900-AD78-C6E91786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5438-049B-44BB-A744-73803152513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53939-D7D3-C454-A65B-B1455467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4DF1F-DD5B-AE8E-9379-D7C8B0E7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67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6CF21-FF4C-D54F-27DC-EEF1991AC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CE895-5332-5AE4-6338-EFA19E4CF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8BC70-F65A-4C8D-9AB2-B657ABB0F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05438-049B-44BB-A744-73803152513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4FA54-AB61-D2B4-2B8E-D51B2DDD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522D-50D6-EAE2-798B-9A3961F60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08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8430F4-195A-6D4A-1186-063A7E20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9AB5B-BC16-E31B-2166-392147A6B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97115-63B2-DD07-DCCD-36F59DC56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005438-049B-44BB-A744-73803152513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9F59-FF2F-1CB3-F221-4717791ACA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84BAB-8FFA-8E4B-02A9-DAA648F62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DF7F84-077C-4802-B822-73FD1A2F3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1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A24BE3-C659-FB7B-8DB3-A73CFFC7B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806" y="1623735"/>
            <a:ext cx="512056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 dirty="0">
                <a:solidFill>
                  <a:schemeClr val="tx1"/>
                </a:solidFill>
                <a:latin typeface="Aptos Black" panose="020B0604020202020204" pitchFamily="34" charset="0"/>
              </a:rPr>
              <a:t>SCE </a:t>
            </a:r>
            <a:r>
              <a:rPr lang="en-US" sz="5400" b="1" kern="1200" dirty="0" err="1">
                <a:solidFill>
                  <a:schemeClr val="tx1"/>
                </a:solidFill>
                <a:latin typeface="Aptos Black" panose="020B0604020202020204" pitchFamily="34" charset="0"/>
              </a:rPr>
              <a:t>AiTOM</a:t>
            </a:r>
            <a:endParaRPr lang="en-US" sz="5400" b="1" kern="1200" dirty="0">
              <a:solidFill>
                <a:schemeClr val="tx1"/>
              </a:solidFill>
              <a:latin typeface="Aptos Black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59D0DD-8DF0-3DED-0FBD-4CBDD9F93917}"/>
              </a:ext>
            </a:extLst>
          </p:cNvPr>
          <p:cNvSpPr txBox="1"/>
          <p:nvPr/>
        </p:nvSpPr>
        <p:spPr>
          <a:xfrm>
            <a:off x="1003806" y="3590118"/>
            <a:ext cx="5092194" cy="22060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/>
              <a:t>The Team:</a:t>
            </a:r>
          </a:p>
          <a:p>
            <a:pPr marL="5143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Avirup Kundu </a:t>
            </a:r>
          </a:p>
          <a:p>
            <a:pPr marL="5143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Arya Sharma</a:t>
            </a:r>
          </a:p>
          <a:p>
            <a:pPr marL="5143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Om Shree</a:t>
            </a:r>
          </a:p>
          <a:p>
            <a:pPr marL="5143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Shrestha Samadder</a:t>
            </a:r>
          </a:p>
          <a:p>
            <a:pPr marL="5143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b="1" dirty="0"/>
              <a:t>Yeshwanth Uppu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7D551B-2E4D-2E79-B5EF-68F66360F6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55" r="15650" b="2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38" name="Arc 37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D7A57-AD1A-A875-8C29-CD1F5AD1AC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42" r="14042"/>
          <a:stretch/>
        </p:blipFill>
        <p:spPr>
          <a:xfrm>
            <a:off x="6261607" y="0"/>
            <a:ext cx="3423570" cy="2926080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9244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dea, creative concept sign icon - stock vector Idea, creative concept sign icon - stock vector problem statement icon stock illustrations">
            <a:extLst>
              <a:ext uri="{FF2B5EF4-FFF2-40B4-BE49-F238E27FC236}">
                <a16:creationId xmlns:a16="http://schemas.microsoft.com/office/drawing/2014/main" id="{94769418-071A-6A36-F097-66808BB4E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81942" y="1891072"/>
            <a:ext cx="3017102" cy="3017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0577BA-32D4-E2D8-8456-A80FA9AD151F}"/>
              </a:ext>
            </a:extLst>
          </p:cNvPr>
          <p:cNvSpPr txBox="1"/>
          <p:nvPr/>
        </p:nvSpPr>
        <p:spPr>
          <a:xfrm>
            <a:off x="6096000" y="44313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1EC32-615E-3F62-EB20-893158A94EF6}"/>
              </a:ext>
            </a:extLst>
          </p:cNvPr>
          <p:cNvSpPr txBox="1">
            <a:spLocks/>
          </p:cNvSpPr>
          <p:nvPr/>
        </p:nvSpPr>
        <p:spPr>
          <a:xfrm>
            <a:off x="219620" y="24169"/>
            <a:ext cx="3998043" cy="805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47706C-AEF9-969D-0DA8-02471F5C7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268" y="225874"/>
            <a:ext cx="1145448" cy="92285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0B140A-17AD-84C4-5087-B99041BF5657}"/>
              </a:ext>
            </a:extLst>
          </p:cNvPr>
          <p:cNvCxnSpPr>
            <a:cxnSpLocks/>
          </p:cNvCxnSpPr>
          <p:nvPr/>
        </p:nvCxnSpPr>
        <p:spPr>
          <a:xfrm flipV="1">
            <a:off x="267833" y="583753"/>
            <a:ext cx="10284053" cy="843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23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Rectangle 104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577BA-32D4-E2D8-8456-A80FA9AD151F}"/>
              </a:ext>
            </a:extLst>
          </p:cNvPr>
          <p:cNvSpPr txBox="1"/>
          <p:nvPr/>
        </p:nvSpPr>
        <p:spPr>
          <a:xfrm>
            <a:off x="6096000" y="44313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1EC32-615E-3F62-EB20-893158A94EF6}"/>
              </a:ext>
            </a:extLst>
          </p:cNvPr>
          <p:cNvSpPr txBox="1">
            <a:spLocks/>
          </p:cNvSpPr>
          <p:nvPr/>
        </p:nvSpPr>
        <p:spPr>
          <a:xfrm>
            <a:off x="219621" y="64510"/>
            <a:ext cx="3088356" cy="8053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The Challenge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47706C-AEF9-969D-0DA8-02471F5C7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9268" y="225874"/>
            <a:ext cx="1145448" cy="922852"/>
          </a:xfrm>
          <a:prstGeom prst="rect">
            <a:avLst/>
          </a:prstGeom>
        </p:spPr>
      </p:pic>
      <p:pic>
        <p:nvPicPr>
          <p:cNvPr id="6" name="Picture 2" descr="Motivation fire succes challenge glyph icon vector. motivation fire succes challenge sign. isolated symbol illustration">
            <a:extLst>
              <a:ext uri="{FF2B5EF4-FFF2-40B4-BE49-F238E27FC236}">
                <a16:creationId xmlns:a16="http://schemas.microsoft.com/office/drawing/2014/main" id="{7BF4BCFD-6306-4F2D-C1D3-1F165364E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546" y="-1856"/>
            <a:ext cx="839710" cy="83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0B140A-17AD-84C4-5087-B99041BF5657}"/>
              </a:ext>
            </a:extLst>
          </p:cNvPr>
          <p:cNvCxnSpPr>
            <a:cxnSpLocks/>
          </p:cNvCxnSpPr>
          <p:nvPr/>
        </p:nvCxnSpPr>
        <p:spPr>
          <a:xfrm flipV="1">
            <a:off x="267833" y="772011"/>
            <a:ext cx="10284053" cy="843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56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8" name="Rectangle 5137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39" name="Group 5138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140" name="Rectangle 5139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1" name="Rectangle 514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2" name="Rectangle 5141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43" name="Rectangle 5142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4" name="Rectangle 514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Solution - Free electronics icons">
            <a:extLst>
              <a:ext uri="{FF2B5EF4-FFF2-40B4-BE49-F238E27FC236}">
                <a16:creationId xmlns:a16="http://schemas.microsoft.com/office/drawing/2014/main" id="{B7F48275-7C60-FE34-1865-ECD89672A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8"/>
          <a:stretch>
            <a:fillRect/>
          </a:stretch>
        </p:blipFill>
        <p:spPr bwMode="auto">
          <a:xfrm>
            <a:off x="2881420" y="72390"/>
            <a:ext cx="633018" cy="62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DC71C0A-C384-ABCD-95CA-F6B8C67AF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21" y="118298"/>
            <a:ext cx="2857100" cy="8053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Solution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881B84-213B-16CF-DB41-B9A97E0CC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319" y="96351"/>
            <a:ext cx="1145448" cy="92285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D99392-D332-C71D-3FE5-E49E771FCB32}"/>
              </a:ext>
            </a:extLst>
          </p:cNvPr>
          <p:cNvCxnSpPr>
            <a:cxnSpLocks/>
          </p:cNvCxnSpPr>
          <p:nvPr/>
        </p:nvCxnSpPr>
        <p:spPr>
          <a:xfrm flipV="1">
            <a:off x="267833" y="758564"/>
            <a:ext cx="10284053" cy="843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02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1912D-62D0-7AE9-FB77-36EDE974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20" y="-2725"/>
            <a:ext cx="7226921" cy="8053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Architectural Diagram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8F9643-BF7C-624F-EACC-144CF25B1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347" y="96356"/>
            <a:ext cx="1145448" cy="92285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241702-18DE-61F2-DDFE-497EC8B246D8}"/>
              </a:ext>
            </a:extLst>
          </p:cNvPr>
          <p:cNvCxnSpPr>
            <a:cxnSpLocks/>
          </p:cNvCxnSpPr>
          <p:nvPr/>
        </p:nvCxnSpPr>
        <p:spPr>
          <a:xfrm flipV="1">
            <a:off x="267833" y="677882"/>
            <a:ext cx="10284053" cy="843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55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6DA8F7-E044-4C4B-26BD-BB0BCB46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542" y="726622"/>
            <a:ext cx="3626231" cy="34186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1587C-1D4F-0B93-0504-54E71B745711}"/>
              </a:ext>
            </a:extLst>
          </p:cNvPr>
          <p:cNvSpPr txBox="1"/>
          <p:nvPr/>
        </p:nvSpPr>
        <p:spPr>
          <a:xfrm>
            <a:off x="1711682" y="3776810"/>
            <a:ext cx="5320353" cy="13581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88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4856DF8-E786-4A2B-BCE9-1D3AA7C5D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065353"/>
            <a:ext cx="1297983" cy="277779"/>
          </a:xfrm>
          <a:custGeom>
            <a:avLst/>
            <a:gdLst>
              <a:gd name="connsiteX0" fmla="*/ 94113 w 1297983"/>
              <a:gd name="connsiteY0" fmla="*/ 0 h 277779"/>
              <a:gd name="connsiteX1" fmla="*/ 332874 w 1297983"/>
              <a:gd name="connsiteY1" fmla="*/ 238761 h 277779"/>
              <a:gd name="connsiteX2" fmla="*/ 571883 w 1297983"/>
              <a:gd name="connsiteY2" fmla="*/ 0 h 277779"/>
              <a:gd name="connsiteX3" fmla="*/ 810645 w 1297983"/>
              <a:gd name="connsiteY3" fmla="*/ 238761 h 277779"/>
              <a:gd name="connsiteX4" fmla="*/ 1049406 w 1297983"/>
              <a:gd name="connsiteY4" fmla="*/ 0 h 277779"/>
              <a:gd name="connsiteX5" fmla="*/ 1297983 w 1297983"/>
              <a:gd name="connsiteY5" fmla="*/ 248577 h 277779"/>
              <a:gd name="connsiteX6" fmla="*/ 1278599 w 1297983"/>
              <a:gd name="connsiteY6" fmla="*/ 267963 h 277779"/>
              <a:gd name="connsiteX7" fmla="*/ 1049406 w 1297983"/>
              <a:gd name="connsiteY7" fmla="*/ 39017 h 277779"/>
              <a:gd name="connsiteX8" fmla="*/ 810645 w 1297983"/>
              <a:gd name="connsiteY8" fmla="*/ 277779 h 277779"/>
              <a:gd name="connsiteX9" fmla="*/ 571883 w 1297983"/>
              <a:gd name="connsiteY9" fmla="*/ 39017 h 277779"/>
              <a:gd name="connsiteX10" fmla="*/ 332874 w 1297983"/>
              <a:gd name="connsiteY10" fmla="*/ 277779 h 277779"/>
              <a:gd name="connsiteX11" fmla="*/ 94113 w 1297983"/>
              <a:gd name="connsiteY11" fmla="*/ 39017 h 277779"/>
              <a:gd name="connsiteX12" fmla="*/ 0 w 1297983"/>
              <a:gd name="connsiteY12" fmla="*/ 133130 h 277779"/>
              <a:gd name="connsiteX13" fmla="*/ 0 w 1297983"/>
              <a:gd name="connsiteY13" fmla="*/ 94113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7983" h="277779">
                <a:moveTo>
                  <a:pt x="94113" y="0"/>
                </a:moveTo>
                <a:lnTo>
                  <a:pt x="332874" y="238761"/>
                </a:lnTo>
                <a:lnTo>
                  <a:pt x="571883" y="0"/>
                </a:lnTo>
                <a:lnTo>
                  <a:pt x="810645" y="238761"/>
                </a:lnTo>
                <a:lnTo>
                  <a:pt x="1049406" y="0"/>
                </a:lnTo>
                <a:lnTo>
                  <a:pt x="1297983" y="248577"/>
                </a:lnTo>
                <a:lnTo>
                  <a:pt x="1278599" y="267963"/>
                </a:lnTo>
                <a:lnTo>
                  <a:pt x="1049406" y="39017"/>
                </a:lnTo>
                <a:lnTo>
                  <a:pt x="810645" y="277779"/>
                </a:lnTo>
                <a:lnTo>
                  <a:pt x="571883" y="39017"/>
                </a:lnTo>
                <a:lnTo>
                  <a:pt x="332874" y="277779"/>
                </a:lnTo>
                <a:lnTo>
                  <a:pt x="94113" y="39017"/>
                </a:lnTo>
                <a:lnTo>
                  <a:pt x="0" y="133130"/>
                </a:lnTo>
                <a:lnTo>
                  <a:pt x="0" y="9411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646A872-7F34-4E27-B0A7-9720177E3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505088"/>
            <a:ext cx="1297983" cy="277779"/>
          </a:xfrm>
          <a:custGeom>
            <a:avLst/>
            <a:gdLst>
              <a:gd name="connsiteX0" fmla="*/ 94113 w 1297983"/>
              <a:gd name="connsiteY0" fmla="*/ 0 h 277779"/>
              <a:gd name="connsiteX1" fmla="*/ 332874 w 1297983"/>
              <a:gd name="connsiteY1" fmla="*/ 238761 h 277779"/>
              <a:gd name="connsiteX2" fmla="*/ 571883 w 1297983"/>
              <a:gd name="connsiteY2" fmla="*/ 0 h 277779"/>
              <a:gd name="connsiteX3" fmla="*/ 810645 w 1297983"/>
              <a:gd name="connsiteY3" fmla="*/ 238761 h 277779"/>
              <a:gd name="connsiteX4" fmla="*/ 1049406 w 1297983"/>
              <a:gd name="connsiteY4" fmla="*/ 0 h 277779"/>
              <a:gd name="connsiteX5" fmla="*/ 1297983 w 1297983"/>
              <a:gd name="connsiteY5" fmla="*/ 248577 h 277779"/>
              <a:gd name="connsiteX6" fmla="*/ 1278599 w 1297983"/>
              <a:gd name="connsiteY6" fmla="*/ 268208 h 277779"/>
              <a:gd name="connsiteX7" fmla="*/ 1049406 w 1297983"/>
              <a:gd name="connsiteY7" fmla="*/ 39017 h 277779"/>
              <a:gd name="connsiteX8" fmla="*/ 810645 w 1297983"/>
              <a:gd name="connsiteY8" fmla="*/ 277779 h 277779"/>
              <a:gd name="connsiteX9" fmla="*/ 571883 w 1297983"/>
              <a:gd name="connsiteY9" fmla="*/ 39017 h 277779"/>
              <a:gd name="connsiteX10" fmla="*/ 332874 w 1297983"/>
              <a:gd name="connsiteY10" fmla="*/ 277779 h 277779"/>
              <a:gd name="connsiteX11" fmla="*/ 94113 w 1297983"/>
              <a:gd name="connsiteY11" fmla="*/ 39017 h 277779"/>
              <a:gd name="connsiteX12" fmla="*/ 0 w 1297983"/>
              <a:gd name="connsiteY12" fmla="*/ 133130 h 277779"/>
              <a:gd name="connsiteX13" fmla="*/ 0 w 1297983"/>
              <a:gd name="connsiteY13" fmla="*/ 94113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7983" h="277779">
                <a:moveTo>
                  <a:pt x="94113" y="0"/>
                </a:moveTo>
                <a:lnTo>
                  <a:pt x="332874" y="238761"/>
                </a:lnTo>
                <a:lnTo>
                  <a:pt x="571883" y="0"/>
                </a:lnTo>
                <a:lnTo>
                  <a:pt x="810645" y="238761"/>
                </a:lnTo>
                <a:lnTo>
                  <a:pt x="1049406" y="0"/>
                </a:lnTo>
                <a:lnTo>
                  <a:pt x="1297983" y="248577"/>
                </a:lnTo>
                <a:lnTo>
                  <a:pt x="1278599" y="268208"/>
                </a:lnTo>
                <a:lnTo>
                  <a:pt x="1049406" y="39017"/>
                </a:lnTo>
                <a:lnTo>
                  <a:pt x="810645" y="277779"/>
                </a:lnTo>
                <a:lnTo>
                  <a:pt x="571883" y="39017"/>
                </a:lnTo>
                <a:lnTo>
                  <a:pt x="332874" y="277779"/>
                </a:lnTo>
                <a:lnTo>
                  <a:pt x="94113" y="39017"/>
                </a:lnTo>
                <a:lnTo>
                  <a:pt x="0" y="133130"/>
                </a:lnTo>
                <a:lnTo>
                  <a:pt x="0" y="9411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E689860-A291-4B0F-AB65-421F8C20E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83640" y="2714402"/>
            <a:ext cx="3938846" cy="3938846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82BEF57-041E-4DE3-B65C-CBE71211B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83640" y="2714402"/>
            <a:ext cx="3938846" cy="3938846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6438" y="267945"/>
            <a:ext cx="3055711" cy="305571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E0BF71-78CD-4FD9-BB54-48CD14158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6438" y="267945"/>
            <a:ext cx="3055711" cy="305571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90042" y="201891"/>
            <a:ext cx="3055711" cy="305571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297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Graphic 212">
            <a:extLst>
              <a:ext uri="{FF2B5EF4-FFF2-40B4-BE49-F238E27FC236}">
                <a16:creationId xmlns:a16="http://schemas.microsoft.com/office/drawing/2014/main" id="{0AE773EE-DD7B-4F25-945A-3F59DEE68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297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5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61467" y="1770675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Oval 6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A7F3B2F-8A53-4176-8D77-ECA28FF4D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7045360-A428-4E4B-989C-E4EF4D92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0947" y="2618037"/>
            <a:ext cx="3938846" cy="393884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Handshake">
            <a:extLst>
              <a:ext uri="{FF2B5EF4-FFF2-40B4-BE49-F238E27FC236}">
                <a16:creationId xmlns:a16="http://schemas.microsoft.com/office/drawing/2014/main" id="{825B6825-9EF6-40C7-8ED7-1488FDBD3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1996" y="699636"/>
            <a:ext cx="2104795" cy="21047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04D931-4ACF-7824-CEB0-0A0BF27B7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979" y="3568081"/>
            <a:ext cx="2560781" cy="206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08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26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Black</vt:lpstr>
      <vt:lpstr>Aptos Display</vt:lpstr>
      <vt:lpstr>Arial</vt:lpstr>
      <vt:lpstr>Calibri</vt:lpstr>
      <vt:lpstr>Wingdings</vt:lpstr>
      <vt:lpstr>Office Theme</vt:lpstr>
      <vt:lpstr>SCE AiTOM</vt:lpstr>
      <vt:lpstr>PowerPoint Presentation</vt:lpstr>
      <vt:lpstr>PowerPoint Presentation</vt:lpstr>
      <vt:lpstr>The Solution</vt:lpstr>
      <vt:lpstr>Architectural Diagram</vt:lpstr>
      <vt:lpstr> </vt:lpstr>
    </vt:vector>
  </TitlesOfParts>
  <Company>SCE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 AiTOM</dc:title>
  <dc:creator>Shrestha Samadder</dc:creator>
  <cp:lastModifiedBy>Avirup Kundu</cp:lastModifiedBy>
  <cp:revision>7</cp:revision>
  <dcterms:created xsi:type="dcterms:W3CDTF">2025-11-27T09:17:31Z</dcterms:created>
  <dcterms:modified xsi:type="dcterms:W3CDTF">2025-11-27T16:33:54Z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c3dd1c7-2c40-4a31-84b2-bec599b321a0_Enabled">
    <vt:lpwstr>true</vt:lpwstr>
  </property>
  <property fmtid="{D5CDD505-2E9C-101B-9397-08002B2CF9AE}" pid="3" name="MSIP_Label_bc3dd1c7-2c40-4a31-84b2-bec599b321a0_SetDate">
    <vt:lpwstr>2025-11-27T11:34:53Z</vt:lpwstr>
  </property>
  <property fmtid="{D5CDD505-2E9C-101B-9397-08002B2CF9AE}" pid="4" name="MSIP_Label_bc3dd1c7-2c40-4a31-84b2-bec599b321a0_Method">
    <vt:lpwstr>Standard</vt:lpwstr>
  </property>
  <property fmtid="{D5CDD505-2E9C-101B-9397-08002B2CF9AE}" pid="5" name="MSIP_Label_bc3dd1c7-2c40-4a31-84b2-bec599b321a0_Name">
    <vt:lpwstr>bc3dd1c7-2c40-4a31-84b2-bec599b321a0</vt:lpwstr>
  </property>
  <property fmtid="{D5CDD505-2E9C-101B-9397-08002B2CF9AE}" pid="6" name="MSIP_Label_bc3dd1c7-2c40-4a31-84b2-bec599b321a0_SiteId">
    <vt:lpwstr>5b2a8fee-4c95-4bdc-8aae-196f8aacb1b6</vt:lpwstr>
  </property>
  <property fmtid="{D5CDD505-2E9C-101B-9397-08002B2CF9AE}" pid="7" name="MSIP_Label_bc3dd1c7-2c40-4a31-84b2-bec599b321a0_ActionId">
    <vt:lpwstr>9f58090d-43c2-4c44-8de0-3c34c37b068e</vt:lpwstr>
  </property>
  <property fmtid="{D5CDD505-2E9C-101B-9397-08002B2CF9AE}" pid="8" name="MSIP_Label_bc3dd1c7-2c40-4a31-84b2-bec599b321a0_ContentBits">
    <vt:lpwstr>0</vt:lpwstr>
  </property>
</Properties>
</file>